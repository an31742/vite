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E4E6B"/>
          </a:solidFill>
          <a:ln w="12700">
            <a:solidFill>
              <a:srgbClr val="1E4E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94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</a:rPr>
              <a:t>中旅酒店科信部 | 前端开发工程师（数智化）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207008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数智化前端岗位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面试作品展示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21792" y="288036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AF7"/>
                </a:solidFill>
              </a:rPr>
              <a:t>Vue3 + TypeScript + Vite 项目：权限路由、低代码拖拽、全局弹窗、AI 流式问答、组件化与性能分包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3703320"/>
            <a:ext cx="987552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8561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Vue3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92224" y="3703320"/>
            <a:ext cx="987552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378561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Vite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62656" y="3703320"/>
            <a:ext cx="987552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378561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Pinia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33088" y="3703320"/>
            <a:ext cx="987552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378561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Element Plus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03520" y="3703320"/>
            <a:ext cx="987552" cy="320040"/>
          </a:xfrm>
          <a:prstGeom prst="roundRect">
            <a:avLst>
              <a:gd name="adj" fmla="val 11429"/>
            </a:avLst>
          </a:prstGeom>
          <a:solidFill>
            <a:srgbClr val="E9F7E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3785616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AI Stream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" y="57424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演示链接：https://next-vite-delta.vercel.app/#/login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6099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7F8"/>
                </a:solidFill>
              </a:rPr>
              <a:t>账号：admin    密码：12345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577900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CEAF7"/>
                </a:solidFill>
              </a:rPr>
              <a:t>面试官关注点：能否把前端能力转化为会员、运营中台、数据驾驶舱等业务价值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01 / ROLE 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岗位理解：不是只写页面，而是支撑酒店数智化经营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7472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73152" cy="1508760"/>
          </a:xfrm>
          <a:prstGeom prst="rect">
            <a:avLst/>
          </a:prstGeom>
          <a:solidFill>
            <a:srgbClr val="2368A2"/>
          </a:solidFill>
          <a:ln w="12700">
            <a:solidFill>
              <a:srgbClr val="2368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819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前端开发与体验实现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9384"/>
            <a:ext cx="3063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繁星 APP、心享会、中台管理系统、数据驾驶舱，需要 PC / H5 / 平板多端一致体验。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7472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17320"/>
            <a:ext cx="73152" cy="1508760"/>
          </a:xfrm>
          <a:prstGeom prst="rect">
            <a:avLst/>
          </a:prstGeom>
          <a:solidFill>
            <a:srgbClr val="2F9E78"/>
          </a:solidFill>
          <a:ln w="12700">
            <a:solidFill>
              <a:srgbClr val="2F9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819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接口对接与交互优化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929384"/>
            <a:ext cx="3063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RESTful API、异常处理、跨域代理、流式接口、前端缓存和加载性能决定实际可用性。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7472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5819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技术攻坚与迭代维护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1929384"/>
            <a:ext cx="3063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复杂交互、实时渲染、权限控制和版本交付，需要可复用组件与清晰文档。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794760"/>
            <a:ext cx="10378440" cy="1417320"/>
          </a:xfrm>
          <a:prstGeom prst="roundRect">
            <a:avLst>
              <a:gd name="adj" fmla="val 2581"/>
            </a:avLst>
          </a:prstGeom>
          <a:solidFill>
            <a:srgbClr val="EEF6FF"/>
          </a:solidFill>
          <a:ln w="12700">
            <a:solidFill>
              <a:srgbClr val="CFE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041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68A2"/>
                </a:solidFill>
              </a:rPr>
              <a:t>我准备的回答主线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39867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</a:rPr>
              <a:t>用一个可运行项目证明：我能从设计还原、组件沉淀、接口接入、权限控制、性能优化、AI 辅助开发几个方面支撑数智化产品交付。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600" y="65105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7A8"/>
                </a:solidFill>
              </a:rPr>
              <a:t>Vue3 + Vite 项目作品展示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02 / PROJECT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项目总览：个人 Vue 中后台实践平台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技术栈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932688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6537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Vue3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64792" y="1783080"/>
            <a:ext cx="932688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37944" y="186537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TypeScript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43784" y="1783080"/>
            <a:ext cx="932688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86537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Vite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22776" y="1783080"/>
            <a:ext cx="932688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95928" y="186537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Pinia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01768" y="1783080"/>
            <a:ext cx="932688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86537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Vue Router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2221992"/>
            <a:ext cx="932688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304288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Element Plus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64792" y="2221992"/>
            <a:ext cx="932688" cy="320040"/>
          </a:xfrm>
          <a:prstGeom prst="roundRect">
            <a:avLst>
              <a:gd name="adj" fmla="val 11429"/>
            </a:avLst>
          </a:prstGeom>
          <a:solidFill>
            <a:srgbClr val="EAF4F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37944" y="2304288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vuedraggable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43784" y="2221992"/>
            <a:ext cx="932688" cy="320040"/>
          </a:xfrm>
          <a:prstGeom prst="roundRect">
            <a:avLst>
              <a:gd name="adj" fmla="val 11429"/>
            </a:avLst>
          </a:prstGeom>
          <a:solidFill>
            <a:srgbClr val="E9F7E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16936" y="2304288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Axios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22776" y="2221992"/>
            <a:ext cx="932688" cy="320040"/>
          </a:xfrm>
          <a:prstGeom prst="roundRect">
            <a:avLst>
              <a:gd name="adj" fmla="val 11429"/>
            </a:avLst>
          </a:prstGeom>
          <a:solidFill>
            <a:srgbClr val="E9F7EF"/>
          </a:solidFill>
          <a:ln w="12700">
            <a:solidFill>
              <a:srgbClr val="CFE1F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95928" y="2304288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SSE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0" y="1234440"/>
            <a:ext cx="24231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234440"/>
            <a:ext cx="73152" cy="1051560"/>
          </a:xfrm>
          <a:prstGeom prst="rect">
            <a:avLst/>
          </a:prstGeom>
          <a:solidFill>
            <a:srgbClr val="2F9E78"/>
          </a:solidFill>
          <a:ln w="12700">
            <a:solidFill>
              <a:srgbClr val="2F9E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构建结果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1746504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生产构建通过；按 vendor / utils 等分包，核心功能懒加载。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0" y="1234440"/>
            <a:ext cx="24231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0" y="1234440"/>
            <a:ext cx="73152" cy="1051560"/>
          </a:xfrm>
          <a:prstGeom prst="rect">
            <a:avLst/>
          </a:prstGeom>
          <a:solidFill>
            <a:srgbClr val="2368A2"/>
          </a:solidFill>
          <a:ln w="12700">
            <a:solidFill>
              <a:srgbClr val="2368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部署方式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72600" y="1746504"/>
            <a:ext cx="2011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Vercel 静态部署，Hash Router 适配刷新和直达。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3154680"/>
            <a:ext cx="1078992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3703320"/>
            <a:ext cx="1143000" cy="438912"/>
          </a:xfrm>
          <a:prstGeom prst="roundRect">
            <a:avLst>
              <a:gd name="adj" fmla="val 8333"/>
            </a:avLst>
          </a:prstGeom>
          <a:solidFill>
            <a:srgbClr val="EAF4FF"/>
          </a:solidFill>
          <a:ln w="12700">
            <a:solidFill>
              <a:srgbClr val="D2E4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831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登录鉴权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139696" y="3776472"/>
            <a:ext cx="256032" cy="292608"/>
          </a:xfrm>
          <a:prstGeom prst="chevron">
            <a:avLst/>
          </a:prstGeom>
          <a:solidFill>
            <a:srgbClr val="A8B4C3"/>
          </a:solidFill>
          <a:ln w="12700">
            <a:solidFill>
              <a:srgbClr val="A8B4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06040" y="3703320"/>
            <a:ext cx="1143000" cy="438912"/>
          </a:xfrm>
          <a:prstGeom prst="roundRect">
            <a:avLst>
              <a:gd name="adj" fmla="val 8333"/>
            </a:avLst>
          </a:prstGeom>
          <a:solidFill>
            <a:srgbClr val="EAF7EF"/>
          </a:solidFill>
          <a:ln w="12700">
            <a:solidFill>
              <a:srgbClr val="D2E4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3831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布局菜单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31336" y="3776472"/>
            <a:ext cx="256032" cy="292608"/>
          </a:xfrm>
          <a:prstGeom prst="chevron">
            <a:avLst/>
          </a:prstGeom>
          <a:solidFill>
            <a:srgbClr val="A8B4C3"/>
          </a:solidFill>
          <a:ln w="12700">
            <a:solidFill>
              <a:srgbClr val="A8B4C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0" y="3703320"/>
            <a:ext cx="1143000" cy="438912"/>
          </a:xfrm>
          <a:prstGeom prst="roundRect">
            <a:avLst>
              <a:gd name="adj" fmla="val 8333"/>
            </a:avLst>
          </a:prstGeom>
          <a:solidFill>
            <a:srgbClr val="EAF4FF"/>
          </a:solidFill>
          <a:ln w="12700">
            <a:solidFill>
              <a:srgbClr val="D2E4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831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业务模块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22976" y="3776472"/>
            <a:ext cx="256032" cy="292608"/>
          </a:xfrm>
          <a:prstGeom prst="chevron">
            <a:avLst/>
          </a:prstGeom>
          <a:solidFill>
            <a:srgbClr val="A8B4C3"/>
          </a:solidFill>
          <a:ln w="12700">
            <a:solidFill>
              <a:srgbClr val="A8B4C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3703320"/>
            <a:ext cx="1143000" cy="438912"/>
          </a:xfrm>
          <a:prstGeom prst="roundRect">
            <a:avLst>
              <a:gd name="adj" fmla="val 8333"/>
            </a:avLst>
          </a:prstGeom>
          <a:solidFill>
            <a:srgbClr val="EAF7EF"/>
          </a:solidFill>
          <a:ln w="12700">
            <a:solidFill>
              <a:srgbClr val="D2E4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3831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公共组件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14616" y="3776472"/>
            <a:ext cx="256032" cy="292608"/>
          </a:xfrm>
          <a:prstGeom prst="chevron">
            <a:avLst/>
          </a:prstGeom>
          <a:solidFill>
            <a:srgbClr val="A8B4C3"/>
          </a:solidFill>
          <a:ln w="12700">
            <a:solidFill>
              <a:srgbClr val="A8B4C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80960" y="3703320"/>
            <a:ext cx="1143000" cy="438912"/>
          </a:xfrm>
          <a:prstGeom prst="roundRect">
            <a:avLst>
              <a:gd name="adj" fmla="val 8333"/>
            </a:avLst>
          </a:prstGeom>
          <a:solidFill>
            <a:srgbClr val="EAF4FF"/>
          </a:solidFill>
          <a:ln w="12700">
            <a:solidFill>
              <a:srgbClr val="D2E4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3831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接口层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906256" y="3776472"/>
            <a:ext cx="256032" cy="292608"/>
          </a:xfrm>
          <a:prstGeom prst="chevron">
            <a:avLst/>
          </a:prstGeom>
          <a:solidFill>
            <a:srgbClr val="A8B4C3"/>
          </a:solidFill>
          <a:ln w="12700">
            <a:solidFill>
              <a:srgbClr val="A8B4C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72600" y="3703320"/>
            <a:ext cx="1143000" cy="438912"/>
          </a:xfrm>
          <a:prstGeom prst="roundRect">
            <a:avLst>
              <a:gd name="adj" fmla="val 8333"/>
            </a:avLst>
          </a:prstGeom>
          <a:solidFill>
            <a:srgbClr val="EAF7EF"/>
          </a:solidFill>
          <a:ln w="12700">
            <a:solidFill>
              <a:srgbClr val="D2E4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72600" y="3831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</a:rPr>
              <a:t>构建部署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1520" y="51663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</a:rPr>
              <a:t>源码结构：apps/web/src 下按 router、views、components、store、directives、service、utils 分层。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</a:rPr>
              <a:t>面试演示：先展示首页总览，再进入低代码拖拽、全局弹窗、AI 流式问答、权限表格。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372600" y="65105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7A8"/>
                </a:solidFill>
              </a:rPr>
              <a:t>Vue3 + Vite 项目作品展示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03 /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架构设计：从路由权限到组件物料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874520" cy="34747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68A2"/>
                </a:solidFill>
              </a:rPr>
              <a:t>入口层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App 初始化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全局弹窗挂载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路由与 Pinia 注入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62072" y="1417320"/>
            <a:ext cx="1874520" cy="3474720"/>
          </a:xfrm>
          <a:prstGeom prst="roundRect">
            <a:avLst>
              <a:gd name="adj" fmla="val 1951"/>
            </a:avLst>
          </a:prstGeom>
          <a:solidFill>
            <a:srgbClr val="F8FB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6664" y="1673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68A2"/>
                </a:solidFill>
              </a:rPr>
              <a:t>路由层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6324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模块化路由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白名单登录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角色权限校验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9784" y="1417320"/>
            <a:ext cx="1874520" cy="34747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4376" y="1673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68A2"/>
                </a:solidFill>
              </a:rPr>
              <a:t>业务层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30952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Demo 模块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AI 模块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面经知识库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97496" y="1417320"/>
            <a:ext cx="1874520" cy="3474720"/>
          </a:xfrm>
          <a:prstGeom prst="roundRect">
            <a:avLst>
              <a:gd name="adj" fmla="val 1951"/>
            </a:avLst>
          </a:prstGeom>
          <a:solidFill>
            <a:srgbClr val="F8FB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2088" y="1673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68A2"/>
                </a:solidFill>
              </a:rPr>
              <a:t>组件层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98664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基础物料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编辑器物料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弹窗动态组件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65208" y="1417320"/>
            <a:ext cx="1874520" cy="34747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1673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68A2"/>
                </a:solidFill>
              </a:rPr>
              <a:t>基础设施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66376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自定义指令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缓存工具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请求封装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亮点：不是所有能力写在一个页面里，而是拆成可复用模块，便于迁移到会员运营、后台配置、数据看板等业务。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72600" y="65105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7A8"/>
                </a:solidFill>
              </a:rPr>
              <a:t>Vue3 + Vite 项目作品展示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04 / LOW-CODE DEMO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重点模块一：低代码拖拽配置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29184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1280160"/>
          </a:xfrm>
          <a:prstGeom prst="rect">
            <a:avLst/>
          </a:prstGeom>
          <a:solidFill>
            <a:srgbClr val="2F9E78"/>
          </a:solidFill>
          <a:ln w="12700">
            <a:solidFill>
              <a:srgbClr val="2F9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047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业务价值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3794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后台运营人员可以通过拖拽配置表单或页面片段，减少重复开发。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9184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73152" cy="1280160"/>
          </a:xfrm>
          <a:prstGeom prst="rect">
            <a:avLst/>
          </a:prstGeom>
          <a:solidFill>
            <a:srgbClr val="2368A2"/>
          </a:solidFill>
          <a:ln w="12700">
            <a:solidFill>
              <a:srgbClr val="2368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9047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实现方式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83794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vuedraggable 管理物料区、画布区和属性编辑区，组件由统一注册入口注入。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325880"/>
            <a:ext cx="329184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32588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49047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可扩展点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183794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继续接入 JSON Schema、远端保存、预览发布和权限审批。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337560"/>
            <a:ext cx="2103120" cy="1051560"/>
          </a:xfrm>
          <a:prstGeom prst="roundRect">
            <a:avLst>
              <a:gd name="adj" fmla="val 3478"/>
            </a:avLst>
          </a:prstGeom>
          <a:solidFill>
            <a:srgbClr val="EAF4FF"/>
          </a:solidFill>
          <a:ln w="12700">
            <a:solidFill>
              <a:srgbClr val="CFE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7307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68A2"/>
                </a:solidFill>
              </a:rPr>
              <a:t>组件物料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54680" y="3703320"/>
            <a:ext cx="411480" cy="320040"/>
          </a:xfrm>
          <a:prstGeom prst="chevron">
            <a:avLst/>
          </a:prstGeom>
          <a:solidFill>
            <a:srgbClr val="A8B4C3"/>
          </a:solidFill>
          <a:ln w="12700">
            <a:solidFill>
              <a:srgbClr val="A8B4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3154680"/>
            <a:ext cx="37490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7307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可视化画布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863840" y="3703320"/>
            <a:ext cx="411480" cy="320040"/>
          </a:xfrm>
          <a:prstGeom prst="chevron">
            <a:avLst/>
          </a:prstGeom>
          <a:solidFill>
            <a:srgbClr val="A8B4C3"/>
          </a:solidFill>
          <a:ln w="12700">
            <a:solidFill>
              <a:srgbClr val="A8B4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9640" y="3337560"/>
            <a:ext cx="2377440" cy="1051560"/>
          </a:xfrm>
          <a:prstGeom prst="roundRect">
            <a:avLst>
              <a:gd name="adj" fmla="val 3478"/>
            </a:avLst>
          </a:prstGeom>
          <a:solidFill>
            <a:srgbClr val="FFF7E8"/>
          </a:solidFill>
          <a:ln w="12700">
            <a:solidFill>
              <a:srgbClr val="F4D2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7307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5B00"/>
                </a:solidFill>
              </a:rPr>
              <a:t>属性面板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72600" y="65105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7A8"/>
                </a:solidFill>
              </a:rPr>
              <a:t>Vue3 + Vite 项目作品展示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05 / MODAL STACK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重点模块二：全局弹窗与 URL 状态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72033"/>
                </a:solidFill>
              </a:rPr>
              <a:t>弹窗实例在 App 层统一挂载，通过 modalApi 暴露 open / close / update / closeAll。</a:t>
            </a:r>
            <a:endParaRPr lang="en-US" sz="1200" dirty="0"/>
          </a:p>
          <a:p>
            <a:r>
              <a:rPr lang="en-US" sz="1200" dirty="0">
                <a:solidFill>
                  <a:srgbClr val="172033"/>
                </a:solidFill>
              </a:rPr>
              <a:t>动态组件映射与组件缓存减少重复加载，关闭时清理状态，降低内存泄漏风险。</a:t>
            </a:r>
            <a:endParaRPr lang="en-US" sz="1200" dirty="0"/>
          </a:p>
          <a:p>
            <a:r>
              <a:rPr lang="en-US" sz="1200" dirty="0">
                <a:solidFill>
                  <a:srgbClr val="172033"/>
                </a:solidFill>
              </a:rPr>
              <a:t>路由 afterEach 解析 query 中的弹窗栈，限制最大深度，适合中后台多任务操作。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12280" y="3337560"/>
            <a:ext cx="338328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3767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订单详情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2990088"/>
            <a:ext cx="338328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34198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用户表单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35240" y="2642616"/>
            <a:ext cx="3383280" cy="1143000"/>
          </a:xfrm>
          <a:prstGeom prst="roundRect">
            <a:avLst>
              <a:gd name="adj" fmla="val 3200"/>
            </a:avLst>
          </a:prstGeom>
          <a:solidFill>
            <a:srgbClr val="FFF1F1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307238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4545"/>
                </a:solidFill>
              </a:rPr>
              <a:t>删除确认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257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面试讲法：这个模块体现我对复杂交互状态、动态组件、浏览器返回行为和异常兜底的处理经验。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72600" y="65105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7A8"/>
                </a:solidFill>
              </a:rPr>
              <a:t>Vue3 + Vite 项目作品展示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06 / AI INTEGRATION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重点模块三：AI 流式问答与接口韧性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3832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" cy="1325880"/>
          </a:xfrm>
          <a:prstGeom prst="rect">
            <a:avLst/>
          </a:prstGeom>
          <a:solidFill>
            <a:srgbClr val="2368A2"/>
          </a:solidFill>
          <a:ln w="12700">
            <a:solidFill>
              <a:srgbClr val="2368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447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接口模型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792224"/>
            <a:ext cx="2971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前端通过 /api/ai/chat/stream 访问后端代理，避免前端硬编码后端端口。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33832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280160"/>
            <a:ext cx="73152" cy="1325880"/>
          </a:xfrm>
          <a:prstGeom prst="rect">
            <a:avLst/>
          </a:prstGeom>
          <a:solidFill>
            <a:srgbClr val="2F9E78"/>
          </a:solidFill>
          <a:ln w="12700">
            <a:solidFill>
              <a:srgbClr val="2F9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447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流式渲染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1792224"/>
            <a:ext cx="2971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ReadableStream + TextDecoder 增量读取 SSE 数据，逐字追加到助手消息。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3832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28016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4447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安全与异常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1792224"/>
            <a:ext cx="2971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输出内容先转义再识别链接，接口失败时补充错误消息和 loading 清理。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474720"/>
            <a:ext cx="10241280" cy="1234440"/>
          </a:xfrm>
          <a:prstGeom prst="roundRect">
            <a:avLst>
              <a:gd name="adj" fmla="val 2963"/>
            </a:avLst>
          </a:prstGeom>
          <a:solidFill>
            <a:srgbClr val="F8FB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74904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68A2"/>
                </a:solidFill>
              </a:rPr>
              <a:t>可迁移场景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7307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会员客服助手、运营策略问答、酒店数据分析解释、知识库检索、前端需求分析与代码辅助。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65105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7A8"/>
                </a:solidFill>
              </a:rPr>
              <a:t>Vue3 + Vite 项目作品展示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07 / OPTIMIZATION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性能与质量：我会这样继续优化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3977640"/>
        </p:xfrm>
        <a:graphic>
          <a:graphicData uri="http://schemas.openxmlformats.org/drawingml/2006/table">
            <a:tbl>
              <a:tblPr/>
              <a:tblGrid>
                <a:gridCol w="1600200"/>
                <a:gridCol w="4709160"/>
                <a:gridCol w="4526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方向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已采用方案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下一步计划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首屏性能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路由懒加载、依赖分包、图片 WebP、静态资源缓存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已具备基础；继续做 Lighthouse 和按需组件拆分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可维护性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路由模块化、组件注册入口、公共指令、弹窗 API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补单元测试、类型收窄、README 演示路径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体验一致性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响应式登录页、后台首页总览、菜单中文化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继续补移动端布局和无障碍标签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接口稳定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代理路径、SSE 异常兜底、错误消息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</a:rPr>
                        <a:t>补请求拦截器、统一错误码、重试策略</a:t>
                      </a:r>
                      <a:endParaRPr lang="en-US" sz="1050" dirty="0"/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372600" y="65105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7A8"/>
                </a:solidFill>
              </a:rPr>
              <a:t>Vue3 + Vite 项目作品展示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08 / INTERVIEW SCRIPT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明天面试展示顺序与话术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72033"/>
                </a:solidFill>
              </a:rPr>
              <a:t>1 分钟：说明我对岗位的理解，重点是多端体验、接口稳定、组件沉淀、AI 工具提效。</a:t>
            </a:r>
            <a:endParaRPr lang="en-US" sz="1200" dirty="0"/>
          </a:p>
          <a:p>
            <a:r>
              <a:rPr lang="en-US" sz="1200" dirty="0">
                <a:solidFill>
                  <a:srgbClr val="172033"/>
                </a:solidFill>
              </a:rPr>
              <a:t>2 分钟：展示登录页和首页，说明技术栈、架构分层和演示路线。</a:t>
            </a:r>
            <a:endParaRPr lang="en-US" sz="1200" dirty="0"/>
          </a:p>
          <a:p>
            <a:r>
              <a:rPr lang="en-US" sz="1200" dirty="0">
                <a:solidFill>
                  <a:srgbClr val="172033"/>
                </a:solidFill>
              </a:rPr>
              <a:t>3 分钟：低代码拖拽，讲组件物料、画布、属性面板和可扩展到运营配置。</a:t>
            </a:r>
            <a:endParaRPr lang="en-US" sz="1200" dirty="0"/>
          </a:p>
          <a:p>
            <a:r>
              <a:rPr lang="en-US" sz="1200" dirty="0">
                <a:solidFill>
                  <a:srgbClr val="172033"/>
                </a:solidFill>
              </a:rPr>
              <a:t>2 分钟：全局弹窗，讲动态组件、栈管理、URL 状态和复杂交互。</a:t>
            </a:r>
            <a:endParaRPr lang="en-US" sz="1200" dirty="0"/>
          </a:p>
          <a:p>
            <a:r>
              <a:rPr lang="en-US" sz="1200" dirty="0">
                <a:solidFill>
                  <a:srgbClr val="172033"/>
                </a:solidFill>
              </a:rPr>
              <a:t>2 分钟：AI 流式问答，讲 SSE、异常处理、安全输出和大模型接口集成。</a:t>
            </a:r>
            <a:endParaRPr lang="en-US" sz="1200" dirty="0"/>
          </a:p>
          <a:p>
            <a:r>
              <a:rPr lang="en-US" sz="1200" dirty="0">
                <a:solidFill>
                  <a:srgbClr val="172033"/>
                </a:solidFill>
              </a:rPr>
              <a:t>结尾：说明我能快速响应业务需求，并愿意继续补齐测试、性能指标和业务化数据看板。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0"/>
            <a:ext cx="3291840" cy="4114800"/>
          </a:xfrm>
          <a:prstGeom prst="roundRect">
            <a:avLst>
              <a:gd name="adj" fmla="val 1111"/>
            </a:avLst>
          </a:prstGeom>
          <a:solidFill>
            <a:srgbClr val="EEF6FF"/>
          </a:solidFill>
          <a:ln w="12700">
            <a:solidFill>
              <a:srgbClr val="CF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8A2"/>
                </a:solidFill>
              </a:rPr>
              <a:t>准备清单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66760" y="2240280"/>
            <a:ext cx="2606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solidFill>
                  <a:srgbClr val="172033"/>
                </a:solidFill>
              </a:rPr>
              <a:t>提前打开项目和 PPT</a:t>
            </a:r>
            <a:endParaRPr lang="en-US" sz="1050" dirty="0"/>
          </a:p>
          <a:p>
            <a:r>
              <a:rPr lang="en-US" sz="1050" dirty="0">
                <a:solidFill>
                  <a:srgbClr val="172033"/>
                </a:solidFill>
              </a:rPr>
              <a:t>摄像头、网络、共享屏幕测试</a:t>
            </a:r>
            <a:endParaRPr lang="en-US" sz="1050" dirty="0"/>
          </a:p>
          <a:p>
            <a:r>
              <a:rPr lang="en-US" sz="1050" dirty="0">
                <a:solidFill>
                  <a:srgbClr val="172033"/>
                </a:solidFill>
              </a:rPr>
              <a:t>项目链接与本地服务都准备</a:t>
            </a:r>
            <a:endParaRPr lang="en-US" sz="1050" dirty="0"/>
          </a:p>
          <a:p>
            <a:r>
              <a:rPr lang="en-US" sz="1050" dirty="0">
                <a:solidFill>
                  <a:srgbClr val="172033"/>
                </a:solidFill>
              </a:rPr>
              <a:t>代码编辑器打开关键文件</a:t>
            </a:r>
            <a:endParaRPr lang="en-US" sz="1050" dirty="0"/>
          </a:p>
          <a:p>
            <a:r>
              <a:rPr lang="en-US" sz="1050" dirty="0">
                <a:solidFill>
                  <a:srgbClr val="172033"/>
                </a:solidFill>
              </a:rPr>
              <a:t>回答时主动连接酒店业务场景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72600" y="65105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7A8"/>
                </a:solidFill>
              </a:rPr>
              <a:t>Vue3 + Vite 项目作品展示 |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68A2"/>
                </a:solidFill>
              </a:rPr>
              <a:t>09 / Q&amp;A BACKUP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可被追问的问题：建议答案方向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527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368A2"/>
                </a:solidFill>
              </a:rPr>
              <a:t>为什么用 Hash Router？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794760" y="149047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Vercel 静态部署下直达页面更稳，后续有服务端 rewrite 时可以切 history。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404872"/>
            <a:ext cx="10652760" cy="822960"/>
          </a:xfrm>
          <a:prstGeom prst="roundRect">
            <a:avLst>
              <a:gd name="adj" fmla="val 4444"/>
            </a:avLst>
          </a:prstGeom>
          <a:solidFill>
            <a:srgbClr val="F8FB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368A2"/>
                </a:solidFill>
              </a:rPr>
              <a:t>低代码模块如何落地业务？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94760" y="256946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物料 JSON 化、保存到后端、按角色发布，适合运营表单和中台配置页。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483864"/>
            <a:ext cx="106527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85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368A2"/>
                </a:solidFill>
              </a:rPr>
              <a:t>AI 接口如何保护密钥？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94760" y="364845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前端只请求业务后端代理，密钥放服务端，前端只处理会话和流式展示。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562856"/>
            <a:ext cx="10652760" cy="822960"/>
          </a:xfrm>
          <a:prstGeom prst="roundRect">
            <a:avLst>
              <a:gd name="adj" fmla="val 4444"/>
            </a:avLst>
          </a:prstGeom>
          <a:solidFill>
            <a:srgbClr val="F8FB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7640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368A2"/>
                </a:solidFill>
              </a:rPr>
              <a:t>怎么保证质量？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94760" y="472744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构建检查、ESLint、核心组件测试、接口 mock、线上监控和错误兜底。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58978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8"/>
                </a:solidFill>
              </a:rPr>
              <a:t>资料来源：岗位描述、个人项目源码；公司信息建议面试前再以中国旅游集团/中旅酒店官网最新介绍为准。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372600" y="65105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7A8"/>
                </a:solidFill>
              </a:rPr>
              <a:t>Vue3 + Vite 项目作品展示 |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个人项目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数智化前端岗位面试作品展示</dc:title>
  <dc:subject>中旅酒店数智化前端岗位面试作品展示</dc:subject>
  <dc:creator>maxiangan</dc:creator>
  <cp:lastModifiedBy>maxiangan</cp:lastModifiedBy>
  <cp:revision>1</cp:revision>
  <dcterms:created xsi:type="dcterms:W3CDTF">2026-05-13T10:15:48Z</dcterms:created>
  <dcterms:modified xsi:type="dcterms:W3CDTF">2026-05-13T10:15:48Z</dcterms:modified>
</cp:coreProperties>
</file>